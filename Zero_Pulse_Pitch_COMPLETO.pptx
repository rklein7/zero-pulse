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49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[0:00-0:30] Abertura forte. Frase de impacto, nome do jogo e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[0:30-1:15] Mundo e personagem. Tom sombrio (a virada comica vem depois).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[1:15-2:00] O gancho unico: o Pulso. Tensao constante e decisao risco-recompensa.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[2:00-2:45] As 5 fases. Guarde a surpresa do NEXUS pra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[2:45-3:30] MOMENTO-CHAVE: demo ao vivo. Termine batendo no NEXUS fofo. 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[3:30-4:00] Validacao de mercado: genero gigante e lucrativo. Subway Surfers ~1.8 bi downloads e +US$165 mi so em compras no app (alem dos anuncios, que sao ~80% da receita). Mercado mobile +US$100 bi/ano, liderado por casual. Feche com o diferencial do Zero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[apos o mercado, ~20s] Mostre viabilidade: como projeto academico o custo direto foi ~zero (Unity Personal, GitHub, assets gratuitos). Num cenario profissional, o orcamento estimado fica em ~R$ 82 mil, puxado pela mao de obra. OBS: corrigir o total no GDD (estava R$ 75.057.392 por erro; a soma real e R$ 82.442).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[3:55-4:20] A stack. Mostre arquitetura pensada e pipeline de arte, sem codigo profundo.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[4:20-4:45] Angulo forte pra Tecnologias Emergentes: IA como ferramenta de producao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[4:45-4:55] 2-3 desafios reais e o aprendizado. Mostra maturidade.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[4:55-5:05] Jogo completo de ponta a ponta + caminho de evolucao.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[5:05] Eco da abertura. Agradeca e abra pra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005840"/>
            <a:ext cx="4754880" cy="4754880"/>
          </a:xfrm>
          <a:prstGeom prst="ellipse">
            <a:avLst/>
          </a:prstGeom>
          <a:solidFill>
            <a:srgbClr val="FFB23E">
              <a:alpha val="12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129370" y="-197510"/>
            <a:ext cx="3138221" cy="3138221"/>
          </a:xfrm>
          <a:prstGeom prst="ellipse">
            <a:avLst/>
          </a:prstGeom>
          <a:solidFill>
            <a:srgbClr val="FFB23E">
              <a:alpha val="16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842602" y="515722"/>
            <a:ext cx="1711757" cy="1711757"/>
          </a:xfrm>
          <a:prstGeom prst="ellipse">
            <a:avLst/>
          </a:prstGeom>
          <a:solidFill>
            <a:srgbClr val="FFB23E"/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637364" y="4663440"/>
            <a:ext cx="3108960" cy="3108960"/>
          </a:xfrm>
          <a:prstGeom prst="ellipse">
            <a:avLst/>
          </a:prstGeom>
          <a:solidFill>
            <a:srgbClr val="45E0FF">
              <a:alpha val="12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108841" y="5191963"/>
            <a:ext cx="2051914" cy="2051914"/>
          </a:xfrm>
          <a:prstGeom prst="ellipse">
            <a:avLst/>
          </a:prstGeom>
          <a:solidFill>
            <a:srgbClr val="45E0FF">
              <a:alpha val="16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7503" y="5658307"/>
            <a:ext cx="1119226" cy="1119226"/>
          </a:xfrm>
          <a:prstGeom prst="ellipse">
            <a:avLst/>
          </a:prstGeom>
          <a:solidFill>
            <a:srgbClr val="45E0FF"/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600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PULSE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2200" i="1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sobrevivente</a:t>
            </a:r>
            <a:r>
              <a:rPr lang="en-US" sz="22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Um sinal. Uma corrida contra o tempo.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2D / Runner com progressao narrativa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943600"/>
            <a:ext cx="4114800" cy="0"/>
          </a:xfrm>
          <a:prstGeom prst="line">
            <a:avLst/>
          </a:prstGeom>
          <a:noFill/>
          <a:ln w="12700">
            <a:solidFill>
              <a:srgbClr val="2630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PineappleGames   ·   Tecnologias Emergentes — ATITUS 2026.1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PREMISSA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metropole devastada, </a:t>
            </a:r>
            <a:r>
              <a:rPr lang="en-US" sz="19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</a:t>
            </a:r>
            <a:r>
              <a:rPr lang="en-US" sz="1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carrega o ultimo transmissor funcional. Sua missao: atravessar a cidade e entregar o sinal antes que tudo se apague.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25880" y="3904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4178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Metropole pos-apocaliptica, em ruinas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90872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7240" y="4882896"/>
            <a:ext cx="365760" cy="36576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325880" y="4800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5074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Kael, o ultimo mensageiro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586984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" y="5779008"/>
            <a:ext cx="365760" cy="36576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25880" y="5696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59710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 transmissao e nao parar de correr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940253"/>
            <a:ext cx="4617720" cy="2695237"/>
          </a:xfrm>
          <a:prstGeom prst="roundRect">
            <a:avLst>
              <a:gd name="adj" fmla="val 2222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60920" y="32004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3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32632A1-34E0-BB42-2054-17EEAFBC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898" y="2038077"/>
            <a:ext cx="4511684" cy="25064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Mecanica Central — O Pulso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energia que </a:t>
            </a:r>
            <a:r>
              <a:rPr lang="en-US" sz="18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mantem</a:t>
            </a:r>
            <a:r>
              <a:rPr lang="en-US" sz="1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Kael e o </a:t>
            </a:r>
            <a:r>
              <a:rPr lang="en-US" sz="18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transmissor</a:t>
            </a:r>
            <a:r>
              <a:rPr lang="en-US" sz="1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vivo drena sem parar. Parar e desaparecer.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Pulso cai a cada segundo — tensao constante.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15968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36008" y="2788920"/>
            <a:ext cx="640080" cy="640080"/>
          </a:xfrm>
          <a:prstGeom prst="ellipse">
            <a:avLst/>
          </a:prstGeom>
          <a:solidFill>
            <a:srgbClr val="45E0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90288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REABASTECE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4160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Celulas</a:t>
            </a: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coletadas recarregam o Pulso.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83296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403336" y="2788920"/>
            <a:ext cx="640080" cy="640080"/>
          </a:xfrm>
          <a:prstGeom prst="ellipse">
            <a:avLst/>
          </a:prstGeom>
          <a:solidFill>
            <a:srgbClr val="FF8A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57616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DECISAO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4160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x risco: ir rapido ou garantir energia?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central: correr · drenar · coletar · sobreviver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Jogo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9784080" cy="0"/>
          </a:xfrm>
          <a:prstGeom prst="line">
            <a:avLst/>
          </a:prstGeom>
          <a:noFill/>
          <a:ln w="25400">
            <a:solidFill>
              <a:srgbClr val="2630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04672" y="2542032"/>
            <a:ext cx="768096" cy="768096"/>
          </a:xfrm>
          <a:prstGeom prst="ellipse">
            <a:avLst/>
          </a:prstGeom>
          <a:solidFill>
            <a:srgbClr val="FFB23E"/>
          </a:solidFill>
          <a:ln w="381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50692" y="2542032"/>
            <a:ext cx="768096" cy="768096"/>
          </a:xfrm>
          <a:prstGeom prst="ellipse">
            <a:avLst/>
          </a:prstGeom>
          <a:solidFill>
            <a:srgbClr val="FFB23E"/>
          </a:solidFill>
          <a:ln w="381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50692" y="25420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2034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96712" y="2542032"/>
            <a:ext cx="768096" cy="768096"/>
          </a:xfrm>
          <a:prstGeom prst="ellipse">
            <a:avLst/>
          </a:prstGeom>
          <a:solidFill>
            <a:srgbClr val="FFB23E"/>
          </a:solidFill>
          <a:ln w="381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96712" y="25420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6636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Distrito Industrial</a:t>
            </a:r>
          </a:p>
        </p:txBody>
      </p:sp>
      <p:sp>
        <p:nvSpPr>
          <p:cNvPr id="15" name="Shape 13"/>
          <p:cNvSpPr/>
          <p:nvPr/>
        </p:nvSpPr>
        <p:spPr>
          <a:xfrm>
            <a:off x="8142732" y="2542032"/>
            <a:ext cx="768096" cy="768096"/>
          </a:xfrm>
          <a:prstGeom prst="ellipse">
            <a:avLst/>
          </a:prstGeom>
          <a:solidFill>
            <a:srgbClr val="FFB23E"/>
          </a:solidFill>
          <a:ln w="381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142732" y="25420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1238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88752" y="2542032"/>
            <a:ext cx="768096" cy="768096"/>
          </a:xfrm>
          <a:prstGeom prst="ellipse">
            <a:avLst/>
          </a:prstGeom>
          <a:solidFill>
            <a:srgbClr val="45E0FF"/>
          </a:solidFill>
          <a:ln w="38100">
            <a:solidFill>
              <a:srgbClr val="0A0E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588752" y="25420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Costura narrativa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de historia + telas entre fases ambientam o jogador e dao ritmo ao avanco.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4652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 comica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temido NEXUS e... um bichinho fofo gigante. O clima tenso quebra no final — de proposito.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548640"/>
            <a:ext cx="3108960" cy="3108960"/>
          </a:xfrm>
          <a:prstGeom prst="ellipse">
            <a:avLst/>
          </a:prstGeom>
          <a:solidFill>
            <a:srgbClr val="FFB23E">
              <a:alpha val="12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129723" y="-20117"/>
            <a:ext cx="2051914" cy="2051914"/>
          </a:xfrm>
          <a:prstGeom prst="ellipse">
            <a:avLst/>
          </a:prstGeom>
          <a:solidFill>
            <a:srgbClr val="FFB23E">
              <a:alpha val="16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96067" y="446227"/>
            <a:ext cx="1119226" cy="1119226"/>
          </a:xfrm>
          <a:prstGeom prst="ellipse">
            <a:avLst/>
          </a:prstGeom>
          <a:solidFill>
            <a:srgbClr val="FFB23E"/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45E0FF">
              <a:alpha val="12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" y="5038344"/>
            <a:ext cx="1810512" cy="1810512"/>
          </a:xfrm>
          <a:prstGeom prst="ellipse">
            <a:avLst/>
          </a:prstGeom>
          <a:solidFill>
            <a:srgbClr val="45E0FF">
              <a:alpha val="16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20624" y="5449824"/>
            <a:ext cx="987552" cy="987552"/>
          </a:xfrm>
          <a:prstGeom prst="ellipse">
            <a:avLst/>
          </a:prstGeom>
          <a:solidFill>
            <a:srgbClr val="45E0FF"/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0" y="21945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DEMONSTRACAO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ao vivo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automatica  ·  ESPACO pula  ·  S/Ctrl desliza  ·  </a:t>
            </a:r>
            <a:r>
              <a:rPr lang="en-US" sz="16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colete</a:t>
            </a: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ZERO PULSE SE ENCAIXA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5892" y="72185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Mercado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endless runner e um dos generos mais populares e lucrativos do mobile: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530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0392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Dash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90288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mi+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Run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357616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mi+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85048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Tsunami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5892" y="37947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22960" y="4041648"/>
            <a:ext cx="274320" cy="27432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07008" y="40050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mercado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40740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jogos mobile: </a:t>
            </a:r>
            <a:r>
              <a:rPr lang="en-US" sz="1400" b="1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+US$ 100 bilhoes/ano</a:t>
            </a: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(casual e hyper-casual lideram os downloads).   Subway Surfers: </a:t>
            </a:r>
            <a:r>
              <a:rPr lang="en-US" sz="1400" b="1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+US$ 165 milhoes</a:t>
            </a: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em compras no app — e cerca de 80% da receita do genero vem de anuncios.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do Zero Pulse: </a:t>
            </a:r>
            <a:r>
              <a:rPr lang="en-US" sz="14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viciante do genero + mecanica do Pulso, progressao narrativa e humor (a virada do NEXUS).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 PROFISSIONAL (ESTIMATIVA)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Investimento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projeto academico, o Zero Pulse foi feito sem custo direto de ferramentas (Unity Personal, GitHub, assets free/CC). Num cenario profissional independente, os itens de custo seriam: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696929"/>
              </p:ext>
            </p:extLst>
          </p:nvPr>
        </p:nvGraphicFramePr>
        <p:xfrm>
          <a:off x="548640" y="2423160"/>
          <a:ext cx="7040880" cy="3048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Duracao estimada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(BRL)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 e assets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Mao de </a:t>
                      </a:r>
                      <a:r>
                        <a:rPr lang="en-US" sz="1300" dirty="0" err="1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</a:t>
                      </a: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300" dirty="0" err="1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Programador</a:t>
                      </a: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Artista2d, </a:t>
                      </a:r>
                      <a:r>
                        <a:rPr lang="en-US" sz="1300" dirty="0" err="1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GameDesigner</a:t>
                      </a: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Steam Direct (publicacao)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digital (trailers, redes)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8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R$ 7.392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B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R$ 82.442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2423160"/>
            <a:ext cx="3730752" cy="3017520"/>
          </a:xfrm>
          <a:prstGeom prst="roundRect">
            <a:avLst>
              <a:gd name="adj" fmla="val 2424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5"/>
          <p:cNvSpPr/>
          <p:nvPr/>
        </p:nvSpPr>
        <p:spPr>
          <a:xfrm>
            <a:off x="81838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(profissional)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38160" y="3108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R$ 82.442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8183880" y="4069080"/>
            <a:ext cx="3200400" cy="0"/>
          </a:xfrm>
          <a:prstGeom prst="line">
            <a:avLst/>
          </a:prstGeom>
          <a:noFill/>
          <a:ln w="12700">
            <a:solidFill>
              <a:srgbClr val="2630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18388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(projeto academico)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45537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83880" y="5138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assets gratuitos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FEITO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· URP 2D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pipeline de render 2D e iluminacao 2D (Light 2D).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45E0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32320" y="21214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Arquitetura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em cenas independentes; sistema do Pulso; heranca de inimigos (EnemyBase).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50876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 animado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 em sprite sheets, fatiamento e animacao por frames.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92240" y="4114800"/>
            <a:ext cx="457200" cy="457200"/>
          </a:xfrm>
          <a:prstGeom prst="ellipse">
            <a:avLst/>
          </a:prstGeom>
          <a:solidFill>
            <a:srgbClr val="45E0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13232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cenas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709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intro, transicoes e final encadeados pela Build List.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EMERGENTE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de Desenvolvimento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assistido por IA</a:t>
            </a:r>
            <a:r>
              <a:rPr lang="en-US" sz="18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ferramenta do fluxo: geracao e refatoracao de scripts, reorganizacao das fases, integracao de assets, menu, intro e transicoes.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Iteracao rapida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jogavel em poucas semanas, com ajustes em tempo real.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90288" y="3246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assets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 gratuita (itch.io) integrada com credito aos autores.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357616" y="3246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57616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44805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cuida do repetitivo; a equipe decide jogo, ritmo e clima.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REFLEXAO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&amp; Aprendizados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Reordenar as fases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Renomear cenas e reencadear a Build List sem quebrar o fluxo.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5968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36008" y="2514600"/>
            <a:ext cx="548640" cy="54864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90288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sprites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3886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Fatiar sheets, animar, ajustar pivo e colisores no clima 2D.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3296" y="21945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03336" y="2514600"/>
            <a:ext cx="548640" cy="548640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357616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Iluminacao &amp; clima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3886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2D, areas escuras e o tom — do tenso ao comico.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4592" cy="164592"/>
          </a:xfrm>
          <a:prstGeom prst="ellipse">
            <a:avLst/>
          </a:prstGeom>
          <a:solidFill>
            <a:srgbClr val="FFB2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DO PROJETO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&amp; Proximos Passos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tematicas + NEXUS final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do Pulso (energia/derrota)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intro narrativa e transicoes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Inimigos, obstaculos e arte em pixel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jogavel de ponta a ponta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61C26"/>
          </a:solidFill>
          <a:ln w="12700">
            <a:solidFill>
              <a:srgbClr val="26304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19672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19672" y="2697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musica e efeitos por fase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de dificuldade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Polimento visual e de feedback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final e video de gameplay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88720"/>
            <a:ext cx="4937760" cy="4937760"/>
          </a:xfrm>
          <a:prstGeom prst="ellipse">
            <a:avLst/>
          </a:prstGeom>
          <a:solidFill>
            <a:srgbClr val="FFB23E">
              <a:alpha val="12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251899" y="-349301"/>
            <a:ext cx="3258922" cy="3258922"/>
          </a:xfrm>
          <a:prstGeom prst="ellipse">
            <a:avLst/>
          </a:prstGeom>
          <a:solidFill>
            <a:srgbClr val="FFB23E">
              <a:alpha val="16000"/>
            </a:srgbClr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992563" y="391363"/>
            <a:ext cx="1777594" cy="1777594"/>
          </a:xfrm>
          <a:prstGeom prst="ellipse">
            <a:avLst/>
          </a:prstGeom>
          <a:solidFill>
            <a:srgbClr val="FFB23E"/>
          </a:solidFill>
          <a:ln w="12700">
            <a:solidFill>
              <a:srgbClr val="FFB23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548640" y="4297680"/>
            <a:ext cx="3291840" cy="3291840"/>
          </a:xfrm>
          <a:prstGeom prst="ellipse">
            <a:avLst/>
          </a:prstGeom>
          <a:solidFill>
            <a:srgbClr val="45E0FF">
              <a:alpha val="12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973" y="4857293"/>
            <a:ext cx="2172614" cy="2172614"/>
          </a:xfrm>
          <a:prstGeom prst="ellipse">
            <a:avLst/>
          </a:prstGeom>
          <a:solidFill>
            <a:srgbClr val="45E0FF">
              <a:alpha val="16000"/>
            </a:srgbClr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4749" y="5351069"/>
            <a:ext cx="1185062" cy="1185062"/>
          </a:xfrm>
          <a:prstGeom prst="ellipse">
            <a:avLst/>
          </a:prstGeom>
          <a:solidFill>
            <a:srgbClr val="45E0FF"/>
          </a:solidFill>
          <a:ln w="12700">
            <a:solidFill>
              <a:srgbClr val="45E0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5236" y="806394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“Corra, Kael —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i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que o sinal se perca.”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3" y="4875474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0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PULSE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0" y="6078931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PineappleGames  ·  Obrigado!</a:t>
            </a:r>
            <a:endParaRPr lang="en-US" sz="16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8028145-19D1-91CB-B78D-5509C1CA1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0027" y="1544798"/>
            <a:ext cx="25205180" cy="2520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1065</Words>
  <Application>Microsoft Office PowerPoint</Application>
  <PresentationFormat>Widescreen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Pulse - Pitch</dc:title>
  <dc:subject>PptxGenJS Presentation</dc:subject>
  <dc:creator>PineappleGames</dc:creator>
  <cp:lastModifiedBy>Rafael Augusto Klein</cp:lastModifiedBy>
  <cp:revision>2</cp:revision>
  <dcterms:created xsi:type="dcterms:W3CDTF">2026-06-26T23:08:11Z</dcterms:created>
  <dcterms:modified xsi:type="dcterms:W3CDTF">2026-06-27T00:30:43Z</dcterms:modified>
</cp:coreProperties>
</file>